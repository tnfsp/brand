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CA670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1371600"/>
          </a:xfrm>
          <a:prstGeom prst="rect">
            <a:avLst/>
          </a:prstGeom>
          <a:solidFill>
            <a:srgbClr val="E9D8A6"/>
          </a:solidFill>
          <a:ln w="3810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</a:defRPr>
            </a:pPr>
            <a:r>
              <a:t>沒有姓名的值班機器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[請替換此投影片背景為 AI 生成的圖片]</a:t>
            </a:r>
          </a:p>
          <a:p>
            <a:r>
              <a:t>然後加上橘色半透明遮罩（#CA6702, 70-75% 透明度）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500">
                <a:solidFill>
                  <a:srgbClr val="000000"/>
                </a:solidFill>
              </a:defRPr>
            </a:pPr>
            <a:r>
              <a:t>「喂，我是某某樓層的值班醫師...」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00000"/>
                </a:solidFill>
              </a:defRPr>
            </a:pPr>
            <a:r>
              <a:t>不是張醫師</a:t>
            </a:r>
          </a:p>
          <a:p>
            <a:pPr algn="ctr">
              <a:defRPr sz="4000">
                <a:solidFill>
                  <a:srgbClr val="000000"/>
                </a:solidFill>
              </a:defRPr>
            </a:pPr>
            <a:r>
              <a:t>不是李醫師</a:t>
            </a:r>
          </a:p>
          <a:p>
            <a:pPr algn="ctr">
              <a:defRPr sz="4000">
                <a:solidFill>
                  <a:srgbClr val="000000"/>
                </a:solidFill>
              </a:defRPr>
            </a:pPr>
            <a:r>
              <a:t>不是王醫師</a:t>
            </a:r>
          </a:p>
          <a:p/>
          <a:p>
            <a:pPr algn="ctr">
              <a:defRPr sz="5000" b="1">
                <a:solidFill>
                  <a:srgbClr val="000000"/>
                </a:solidFill>
              </a:defRPr>
            </a:pPr>
            <a:r>
              <a:t>只是「值班醫師」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000000"/>
                </a:solidFill>
              </a:defRPr>
            </a:pPr>
            <a:r>
              <a:t>什麼時候開始</a:t>
            </a:r>
          </a:p>
          <a:p>
            <a:pPr algn="l">
              <a:defRPr sz="4500" b="1">
                <a:solidFill>
                  <a:srgbClr val="000000"/>
                </a:solidFill>
              </a:defRPr>
            </a:pPr>
            <a:r>
              <a:t>我們連名字都不說了？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接到學弟妹的會診電話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越來越常聽到這樣的開場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職位代替了姓名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功能取代了身份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000000"/>
                </a:solidFill>
              </a:defRPr>
            </a:pPr>
            <a:r>
              <a:t>為什麼會這樣？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也許是...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工作壓力太大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慢慢麻木了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害怕被記住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避免被針對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或是醫療文化告訴我們</a:t>
            </a:r>
          </a:p>
          <a:p>
            <a:pPr algn="l">
              <a:defRPr sz="3200">
                <a:solidFill>
                  <a:srgbClr val="000000"/>
                </a:solidFill>
              </a:defRPr>
            </a:pPr>
            <a:r>
              <a:t>職位比人更重要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500" b="1">
                <a:solidFill>
                  <a:srgbClr val="000000"/>
                </a:solidFill>
              </a:defRPr>
            </a:pPr>
            <a:r>
              <a:t>當我們失去名字</a:t>
            </a:r>
          </a:p>
          <a:p>
            <a:pPr algn="ctr">
              <a:defRPr sz="4500" b="1">
                <a:solidFill>
                  <a:srgbClr val="000000"/>
                </a:solidFill>
              </a:defRPr>
            </a:pPr>
            <a:r>
              <a:t>我們失去了什麼？</a:t>
            </a:r>
          </a:p>
          <a:p>
            <a:pPr algn="ctr">
              <a:defRPr sz="3200">
                <a:solidFill>
                  <a:srgbClr val="000000"/>
                </a:solidFill>
              </a:defRPr>
            </a:pPr>
          </a:p>
          <a:p>
            <a:pPr algn="ctr">
              <a:defRPr sz="3200">
                <a:solidFill>
                  <a:srgbClr val="000000"/>
                </a:solidFill>
              </a:defRPr>
            </a:pPr>
            <a:r>
              <a:t>從「人」變成「功能」</a:t>
            </a:r>
          </a:p>
          <a:p>
            <a:pPr algn="ctr">
              <a:defRPr sz="3200">
                <a:solidFill>
                  <a:srgbClr val="000000"/>
                </a:solidFill>
              </a:defRPr>
            </a:pPr>
            <a:r>
              <a:t>從「張醫師」變成「值班機器」</a:t>
            </a:r>
          </a:p>
          <a:p>
            <a:pPr algn="ctr">
              <a:defRPr sz="3200">
                <a:solidFill>
                  <a:srgbClr val="000000"/>
                </a:solidFill>
              </a:defRPr>
            </a:pPr>
          </a:p>
          <a:p>
            <a:pPr algn="ctr">
              <a:defRPr sz="3200">
                <a:solidFill>
                  <a:srgbClr val="000000"/>
                </a:solidFill>
              </a:defRPr>
            </a:pPr>
            <a:r>
              <a:t>這是保護機制</a:t>
            </a:r>
          </a:p>
          <a:p>
            <a:pPr algn="ctr">
              <a:defRPr sz="3200">
                <a:solidFill>
                  <a:srgbClr val="000000"/>
                </a:solidFill>
              </a:defRPr>
            </a:pPr>
            <a:r>
              <a:t>還是我們付出的代價？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[使用你的固定最後一張模板]</a:t>
            </a:r>
          </a:p>
          <a:p/>
          <a:p>
            <a:r>
              <a:t>完全不需要更動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IG: 某某醫師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